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5657850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4"/>
    <a:srgbClr val="031E27"/>
    <a:srgbClr val="FFFFFF"/>
    <a:srgbClr val="0980A7"/>
    <a:srgbClr val="001F3F"/>
    <a:srgbClr val="DBEAF9"/>
    <a:srgbClr val="7F3CFF"/>
    <a:srgbClr val="798F9A"/>
    <a:srgbClr val="3A3A3A"/>
    <a:srgbClr val="0C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4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소연 김" userId="cf27991879bde264" providerId="LiveId" clId="{F5D63A82-E16B-434A-B377-642756721D0A}"/>
    <pc:docChg chg="modSld">
      <pc:chgData name="소연 김" userId="cf27991879bde264" providerId="LiveId" clId="{F5D63A82-E16B-434A-B377-642756721D0A}" dt="2023-12-14T04:15:36.319" v="0" actId="2711"/>
      <pc:docMkLst>
        <pc:docMk/>
      </pc:docMkLst>
      <pc:sldChg chg="modSp mod">
        <pc:chgData name="소연 김" userId="cf27991879bde264" providerId="LiveId" clId="{F5D63A82-E16B-434A-B377-642756721D0A}" dt="2023-12-14T04:15:36.319" v="0" actId="2711"/>
        <pc:sldMkLst>
          <pc:docMk/>
          <pc:sldMk cId="1915070724" sldId="256"/>
        </pc:sldMkLst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2" creationId="{C4F34D5E-C7AD-1AEB-9B66-94651C8D0FBF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5" creationId="{5FBD4636-D57D-2D16-35E4-481F7D9D69D7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7" creationId="{AF053261-1395-0A74-C982-2E5111B9B4A2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8" creationId="{02FD0591-0249-FD18-2C65-951462C40066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9" creationId="{0BC6B7D1-9588-1B36-84F9-22631FDE3C4E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10" creationId="{1E584392-5685-1702-1271-75BEC9725D6C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13" creationId="{228F1DC2-C0A9-F4C9-149C-D2CC30A09CBF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16" creationId="{8A844506-88C3-D9DE-41AA-32802D8DA594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17" creationId="{02A4DE24-4638-7EA3-D874-C09FB4DB97D6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18" creationId="{C5535443-135B-79BD-9307-F3EF635ACFB8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19" creationId="{1A141F9A-2864-C864-B2C7-0EF5E8F417E3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25" creationId="{59E752D5-D343-E265-0FF6-BD80848F389C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28" creationId="{ECE5B1C6-C552-3998-686C-7138ABC197C7}"/>
          </ac:spMkLst>
        </pc:spChg>
        <pc:spChg chg="mod">
          <ac:chgData name="소연 김" userId="cf27991879bde264" providerId="LiveId" clId="{F5D63A82-E16B-434A-B377-642756721D0A}" dt="2023-12-14T04:15:36.319" v="0" actId="2711"/>
          <ac:spMkLst>
            <pc:docMk/>
            <pc:sldMk cId="1915070724" sldId="256"/>
            <ac:spMk id="44" creationId="{F3D4FEC6-9406-1EBA-1DFA-B3C7FCB4E3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4339" y="1531818"/>
            <a:ext cx="4809173" cy="3258632"/>
          </a:xfrm>
        </p:spPr>
        <p:txBody>
          <a:bodyPr anchor="b"/>
          <a:lstStyle>
            <a:lvl1pPr algn="ctr">
              <a:defRPr sz="371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7231" y="4916115"/>
            <a:ext cx="4243388" cy="2259809"/>
          </a:xfrm>
        </p:spPr>
        <p:txBody>
          <a:bodyPr/>
          <a:lstStyle>
            <a:lvl1pPr marL="0" indent="0" algn="ctr">
              <a:buNone/>
              <a:defRPr sz="1485"/>
            </a:lvl1pPr>
            <a:lvl2pPr marL="282915" indent="0" algn="ctr">
              <a:buNone/>
              <a:defRPr sz="1238"/>
            </a:lvl2pPr>
            <a:lvl3pPr marL="565831" indent="0" algn="ctr">
              <a:buNone/>
              <a:defRPr sz="1114"/>
            </a:lvl3pPr>
            <a:lvl4pPr marL="848746" indent="0" algn="ctr">
              <a:buNone/>
              <a:defRPr sz="990"/>
            </a:lvl4pPr>
            <a:lvl5pPr marL="1131661" indent="0" algn="ctr">
              <a:buNone/>
              <a:defRPr sz="990"/>
            </a:lvl5pPr>
            <a:lvl6pPr marL="1414577" indent="0" algn="ctr">
              <a:buNone/>
              <a:defRPr sz="990"/>
            </a:lvl6pPr>
            <a:lvl7pPr marL="1697492" indent="0" algn="ctr">
              <a:buNone/>
              <a:defRPr sz="990"/>
            </a:lvl7pPr>
            <a:lvl8pPr marL="1980408" indent="0" algn="ctr">
              <a:buNone/>
              <a:defRPr sz="990"/>
            </a:lvl8pPr>
            <a:lvl9pPr marL="2263323" indent="0" algn="ctr">
              <a:buNone/>
              <a:defRPr sz="99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31" y="2333478"/>
            <a:ext cx="4879896" cy="3893458"/>
          </a:xfrm>
        </p:spPr>
        <p:txBody>
          <a:bodyPr anchor="b"/>
          <a:lstStyle>
            <a:lvl1pPr>
              <a:defRPr sz="371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031" y="6263769"/>
            <a:ext cx="4879896" cy="2047477"/>
          </a:xfrm>
        </p:spPr>
        <p:txBody>
          <a:bodyPr/>
          <a:lstStyle>
            <a:lvl1pPr marL="0" indent="0">
              <a:buNone/>
              <a:defRPr sz="1485">
                <a:solidFill>
                  <a:schemeClr val="tx1"/>
                </a:solidFill>
              </a:defRPr>
            </a:lvl1pPr>
            <a:lvl2pPr marL="282915" indent="0">
              <a:buNone/>
              <a:defRPr sz="1238">
                <a:solidFill>
                  <a:schemeClr val="tx1">
                    <a:tint val="75000"/>
                  </a:schemeClr>
                </a:solidFill>
              </a:defRPr>
            </a:lvl2pPr>
            <a:lvl3pPr marL="565831" indent="0">
              <a:buNone/>
              <a:defRPr sz="1114">
                <a:solidFill>
                  <a:schemeClr val="tx1">
                    <a:tint val="75000"/>
                  </a:schemeClr>
                </a:solidFill>
              </a:defRPr>
            </a:lvl3pPr>
            <a:lvl4pPr marL="848746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131661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414577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697492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198040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26332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52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977" y="2491640"/>
            <a:ext cx="2404586" cy="59387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64287" y="2491640"/>
            <a:ext cx="2404586" cy="59387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31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714" y="498330"/>
            <a:ext cx="4879896" cy="180914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715" y="2294476"/>
            <a:ext cx="2393535" cy="1124487"/>
          </a:xfrm>
        </p:spPr>
        <p:txBody>
          <a:bodyPr anchor="b"/>
          <a:lstStyle>
            <a:lvl1pPr marL="0" indent="0">
              <a:buNone/>
              <a:defRPr sz="1485" b="1"/>
            </a:lvl1pPr>
            <a:lvl2pPr marL="282915" indent="0">
              <a:buNone/>
              <a:defRPr sz="1238" b="1"/>
            </a:lvl2pPr>
            <a:lvl3pPr marL="565831" indent="0">
              <a:buNone/>
              <a:defRPr sz="1114" b="1"/>
            </a:lvl3pPr>
            <a:lvl4pPr marL="848746" indent="0">
              <a:buNone/>
              <a:defRPr sz="990" b="1"/>
            </a:lvl4pPr>
            <a:lvl5pPr marL="1131661" indent="0">
              <a:buNone/>
              <a:defRPr sz="990" b="1"/>
            </a:lvl5pPr>
            <a:lvl6pPr marL="1414577" indent="0">
              <a:buNone/>
              <a:defRPr sz="990" b="1"/>
            </a:lvl6pPr>
            <a:lvl7pPr marL="1697492" indent="0">
              <a:buNone/>
              <a:defRPr sz="990" b="1"/>
            </a:lvl7pPr>
            <a:lvl8pPr marL="1980408" indent="0">
              <a:buNone/>
              <a:defRPr sz="990" b="1"/>
            </a:lvl8pPr>
            <a:lvl9pPr marL="2263323" indent="0">
              <a:buNone/>
              <a:defRPr sz="99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9715" y="3418964"/>
            <a:ext cx="2393535" cy="50287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64287" y="2294476"/>
            <a:ext cx="2405323" cy="1124487"/>
          </a:xfrm>
        </p:spPr>
        <p:txBody>
          <a:bodyPr anchor="b"/>
          <a:lstStyle>
            <a:lvl1pPr marL="0" indent="0">
              <a:buNone/>
              <a:defRPr sz="1485" b="1"/>
            </a:lvl1pPr>
            <a:lvl2pPr marL="282915" indent="0">
              <a:buNone/>
              <a:defRPr sz="1238" b="1"/>
            </a:lvl2pPr>
            <a:lvl3pPr marL="565831" indent="0">
              <a:buNone/>
              <a:defRPr sz="1114" b="1"/>
            </a:lvl3pPr>
            <a:lvl4pPr marL="848746" indent="0">
              <a:buNone/>
              <a:defRPr sz="990" b="1"/>
            </a:lvl4pPr>
            <a:lvl5pPr marL="1131661" indent="0">
              <a:buNone/>
              <a:defRPr sz="990" b="1"/>
            </a:lvl5pPr>
            <a:lvl6pPr marL="1414577" indent="0">
              <a:buNone/>
              <a:defRPr sz="990" b="1"/>
            </a:lvl6pPr>
            <a:lvl7pPr marL="1697492" indent="0">
              <a:buNone/>
              <a:defRPr sz="990" b="1"/>
            </a:lvl7pPr>
            <a:lvl8pPr marL="1980408" indent="0">
              <a:buNone/>
              <a:defRPr sz="990" b="1"/>
            </a:lvl8pPr>
            <a:lvl9pPr marL="2263323" indent="0">
              <a:buNone/>
              <a:defRPr sz="99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64287" y="3418964"/>
            <a:ext cx="2405323" cy="50287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9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04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839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714" y="623993"/>
            <a:ext cx="1824804" cy="2183977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5323" y="1347654"/>
            <a:ext cx="2864287" cy="6651596"/>
          </a:xfrm>
        </p:spPr>
        <p:txBody>
          <a:bodyPr/>
          <a:lstStyle>
            <a:lvl1pPr>
              <a:defRPr sz="1980"/>
            </a:lvl1pPr>
            <a:lvl2pPr>
              <a:defRPr sz="1733"/>
            </a:lvl2pPr>
            <a:lvl3pPr>
              <a:defRPr sz="1485"/>
            </a:lvl3pPr>
            <a:lvl4pPr>
              <a:defRPr sz="1238"/>
            </a:lvl4pPr>
            <a:lvl5pPr>
              <a:defRPr sz="1238"/>
            </a:lvl5pPr>
            <a:lvl6pPr>
              <a:defRPr sz="1238"/>
            </a:lvl6pPr>
            <a:lvl7pPr>
              <a:defRPr sz="1238"/>
            </a:lvl7pPr>
            <a:lvl8pPr>
              <a:defRPr sz="1238"/>
            </a:lvl8pPr>
            <a:lvl9pPr>
              <a:defRPr sz="123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714" y="2807970"/>
            <a:ext cx="1824804" cy="5202112"/>
          </a:xfrm>
        </p:spPr>
        <p:txBody>
          <a:bodyPr/>
          <a:lstStyle>
            <a:lvl1pPr marL="0" indent="0">
              <a:buNone/>
              <a:defRPr sz="990"/>
            </a:lvl1pPr>
            <a:lvl2pPr marL="282915" indent="0">
              <a:buNone/>
              <a:defRPr sz="866"/>
            </a:lvl2pPr>
            <a:lvl3pPr marL="565831" indent="0">
              <a:buNone/>
              <a:defRPr sz="743"/>
            </a:lvl3pPr>
            <a:lvl4pPr marL="848746" indent="0">
              <a:buNone/>
              <a:defRPr sz="619"/>
            </a:lvl4pPr>
            <a:lvl5pPr marL="1131661" indent="0">
              <a:buNone/>
              <a:defRPr sz="619"/>
            </a:lvl5pPr>
            <a:lvl6pPr marL="1414577" indent="0">
              <a:buNone/>
              <a:defRPr sz="619"/>
            </a:lvl6pPr>
            <a:lvl7pPr marL="1697492" indent="0">
              <a:buNone/>
              <a:defRPr sz="619"/>
            </a:lvl7pPr>
            <a:lvl8pPr marL="1980408" indent="0">
              <a:buNone/>
              <a:defRPr sz="619"/>
            </a:lvl8pPr>
            <a:lvl9pPr marL="2263323" indent="0">
              <a:buNone/>
              <a:defRPr sz="61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92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714" y="623993"/>
            <a:ext cx="1824804" cy="2183977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05323" y="1347654"/>
            <a:ext cx="2864287" cy="6651596"/>
          </a:xfrm>
        </p:spPr>
        <p:txBody>
          <a:bodyPr anchor="t"/>
          <a:lstStyle>
            <a:lvl1pPr marL="0" indent="0">
              <a:buNone/>
              <a:defRPr sz="1980"/>
            </a:lvl1pPr>
            <a:lvl2pPr marL="282915" indent="0">
              <a:buNone/>
              <a:defRPr sz="1733"/>
            </a:lvl2pPr>
            <a:lvl3pPr marL="565831" indent="0">
              <a:buNone/>
              <a:defRPr sz="1485"/>
            </a:lvl3pPr>
            <a:lvl4pPr marL="848746" indent="0">
              <a:buNone/>
              <a:defRPr sz="1238"/>
            </a:lvl4pPr>
            <a:lvl5pPr marL="1131661" indent="0">
              <a:buNone/>
              <a:defRPr sz="1238"/>
            </a:lvl5pPr>
            <a:lvl6pPr marL="1414577" indent="0">
              <a:buNone/>
              <a:defRPr sz="1238"/>
            </a:lvl6pPr>
            <a:lvl7pPr marL="1697492" indent="0">
              <a:buNone/>
              <a:defRPr sz="1238"/>
            </a:lvl7pPr>
            <a:lvl8pPr marL="1980408" indent="0">
              <a:buNone/>
              <a:defRPr sz="1238"/>
            </a:lvl8pPr>
            <a:lvl9pPr marL="2263323" indent="0">
              <a:buNone/>
              <a:defRPr sz="123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714" y="2807970"/>
            <a:ext cx="1824804" cy="5202112"/>
          </a:xfrm>
        </p:spPr>
        <p:txBody>
          <a:bodyPr/>
          <a:lstStyle>
            <a:lvl1pPr marL="0" indent="0">
              <a:buNone/>
              <a:defRPr sz="990"/>
            </a:lvl1pPr>
            <a:lvl2pPr marL="282915" indent="0">
              <a:buNone/>
              <a:defRPr sz="866"/>
            </a:lvl2pPr>
            <a:lvl3pPr marL="565831" indent="0">
              <a:buNone/>
              <a:defRPr sz="743"/>
            </a:lvl3pPr>
            <a:lvl4pPr marL="848746" indent="0">
              <a:buNone/>
              <a:defRPr sz="619"/>
            </a:lvl4pPr>
            <a:lvl5pPr marL="1131661" indent="0">
              <a:buNone/>
              <a:defRPr sz="619"/>
            </a:lvl5pPr>
            <a:lvl6pPr marL="1414577" indent="0">
              <a:buNone/>
              <a:defRPr sz="619"/>
            </a:lvl6pPr>
            <a:lvl7pPr marL="1697492" indent="0">
              <a:buNone/>
              <a:defRPr sz="619"/>
            </a:lvl7pPr>
            <a:lvl8pPr marL="1980408" indent="0">
              <a:buNone/>
              <a:defRPr sz="619"/>
            </a:lvl8pPr>
            <a:lvl9pPr marL="2263323" indent="0">
              <a:buNone/>
              <a:defRPr sz="61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27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24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48899" y="498328"/>
            <a:ext cx="1219974" cy="793208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77" y="498328"/>
            <a:ext cx="3589199" cy="793208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0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977" y="498330"/>
            <a:ext cx="4879896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977" y="2491640"/>
            <a:ext cx="4879896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977" y="8675243"/>
            <a:ext cx="1273016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735B7-FFD8-4791-8D2A-0D97C06032CE}" type="datetimeFigureOut">
              <a:rPr lang="ko-KR" altLang="en-US" smtClean="0"/>
              <a:t>2023-12-14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4163" y="8675243"/>
            <a:ext cx="1909524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5857" y="8675243"/>
            <a:ext cx="1273016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A1138-829C-4876-8F27-C1003D2AA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52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65831" rtl="0" eaLnBrk="1" latinLnBrk="1" hangingPunct="1">
        <a:lnSpc>
          <a:spcPct val="90000"/>
        </a:lnSpc>
        <a:spcBef>
          <a:spcPct val="0"/>
        </a:spcBef>
        <a:buNone/>
        <a:defRPr sz="27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458" indent="-141458" algn="l" defTabSz="565831" rtl="0" eaLnBrk="1" latinLnBrk="1" hangingPunct="1">
        <a:lnSpc>
          <a:spcPct val="90000"/>
        </a:lnSpc>
        <a:spcBef>
          <a:spcPts val="619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24373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07288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8" kern="1200">
          <a:solidFill>
            <a:schemeClr val="tx1"/>
          </a:solidFill>
          <a:latin typeface="+mn-lt"/>
          <a:ea typeface="+mn-ea"/>
          <a:cs typeface="+mn-cs"/>
        </a:defRPr>
      </a:lvl3pPr>
      <a:lvl4pPr marL="990204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4pPr>
      <a:lvl5pPr marL="1273119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5pPr>
      <a:lvl6pPr marL="1556034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6pPr>
      <a:lvl7pPr marL="1838950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7pPr>
      <a:lvl8pPr marL="2121865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8pPr>
      <a:lvl9pPr marL="2404781" indent="-141458" algn="l" defTabSz="565831" rtl="0" eaLnBrk="1" latinLnBrk="1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1pPr>
      <a:lvl2pPr marL="282915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2pPr>
      <a:lvl3pPr marL="565831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3pPr>
      <a:lvl4pPr marL="848746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4pPr>
      <a:lvl5pPr marL="1131661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5pPr>
      <a:lvl6pPr marL="1414577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6pPr>
      <a:lvl7pPr marL="1697492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7pPr>
      <a:lvl8pPr marL="1980408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8pPr>
      <a:lvl9pPr marL="2263323" algn="l" defTabSz="565831" rtl="0" eaLnBrk="1" latinLnBrk="1" hangingPunct="1">
        <a:defRPr sz="11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2">
            <a:extLst>
              <a:ext uri="{FF2B5EF4-FFF2-40B4-BE49-F238E27FC236}">
                <a16:creationId xmlns:a16="http://schemas.microsoft.com/office/drawing/2014/main" id="{AF053261-1395-0A74-C982-2E5111B9B4A2}"/>
              </a:ext>
            </a:extLst>
          </p:cNvPr>
          <p:cNvSpPr txBox="1"/>
          <p:nvPr/>
        </p:nvSpPr>
        <p:spPr>
          <a:xfrm>
            <a:off x="174239" y="339572"/>
            <a:ext cx="2976161" cy="33855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t">
            <a:spAutoFit/>
          </a:bodyPr>
          <a:lstStyle/>
          <a:p>
            <a:pPr algn="just"/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Subtitle</a:t>
            </a:r>
            <a:endParaRPr lang="en-US" sz="1600" dirty="0">
              <a:latin typeface="+mn-ea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02FD0591-0249-FD18-2C65-951462C40066}"/>
              </a:ext>
            </a:extLst>
          </p:cNvPr>
          <p:cNvSpPr txBox="1"/>
          <p:nvPr/>
        </p:nvSpPr>
        <p:spPr>
          <a:xfrm>
            <a:off x="158997" y="702734"/>
            <a:ext cx="3460001" cy="5232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t">
            <a:spAutoFit/>
          </a:bodyPr>
          <a:lstStyle/>
          <a:p>
            <a:pPr algn="just"/>
            <a:r>
              <a:rPr lang="en-US" sz="2800" kern="0" spc="-67" dirty="0">
                <a:solidFill>
                  <a:srgbClr val="0053A4"/>
                </a:solidFill>
                <a:latin typeface="+mn-ea"/>
                <a:cs typeface="Pretendard ExtraBold" panose="02000903000000020004" pitchFamily="50" charset="-127"/>
              </a:rPr>
              <a:t>Company Name</a:t>
            </a:r>
            <a:endParaRPr lang="en-US" sz="1050" dirty="0">
              <a:latin typeface="+mn-ea"/>
              <a:cs typeface="Pretendard ExtraBold" panose="0200090300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2F33466-7F39-AA71-43B4-ECD875D46096}"/>
              </a:ext>
            </a:extLst>
          </p:cNvPr>
          <p:cNvCxnSpPr>
            <a:cxnSpLocks/>
          </p:cNvCxnSpPr>
          <p:nvPr/>
        </p:nvCxnSpPr>
        <p:spPr>
          <a:xfrm>
            <a:off x="228603" y="1328980"/>
            <a:ext cx="522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bject 53">
            <a:extLst>
              <a:ext uri="{FF2B5EF4-FFF2-40B4-BE49-F238E27FC236}">
                <a16:creationId xmlns:a16="http://schemas.microsoft.com/office/drawing/2014/main" id="{228F1DC2-C0A9-F4C9-149C-D2CC30A09CBF}"/>
              </a:ext>
            </a:extLst>
          </p:cNvPr>
          <p:cNvSpPr txBox="1"/>
          <p:nvPr/>
        </p:nvSpPr>
        <p:spPr>
          <a:xfrm>
            <a:off x="211518" y="1356548"/>
            <a:ext cx="927517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1200" dirty="0">
                <a:latin typeface="+mn-ea"/>
              </a:rPr>
              <a:t>About Us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A80648F-3F34-DBFE-FE33-D5E79C656C73}"/>
              </a:ext>
            </a:extLst>
          </p:cNvPr>
          <p:cNvCxnSpPr>
            <a:cxnSpLocks/>
          </p:cNvCxnSpPr>
          <p:nvPr/>
        </p:nvCxnSpPr>
        <p:spPr>
          <a:xfrm>
            <a:off x="228603" y="2546920"/>
            <a:ext cx="522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535443-135B-79BD-9307-F3EF635ACFB8}"/>
              </a:ext>
            </a:extLst>
          </p:cNvPr>
          <p:cNvSpPr>
            <a:spLocks noChangeAspect="1"/>
          </p:cNvSpPr>
          <p:nvPr/>
        </p:nvSpPr>
        <p:spPr>
          <a:xfrm>
            <a:off x="228602" y="2995984"/>
            <a:ext cx="1638000" cy="163822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제품 사진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1</a:t>
            </a:r>
          </a:p>
        </p:txBody>
      </p:sp>
      <p:sp>
        <p:nvSpPr>
          <p:cNvPr id="25" name="Object 53">
            <a:extLst>
              <a:ext uri="{FF2B5EF4-FFF2-40B4-BE49-F238E27FC236}">
                <a16:creationId xmlns:a16="http://schemas.microsoft.com/office/drawing/2014/main" id="{59E752D5-D343-E265-0FF6-BD80848F389C}"/>
              </a:ext>
            </a:extLst>
          </p:cNvPr>
          <p:cNvSpPr txBox="1"/>
          <p:nvPr/>
        </p:nvSpPr>
        <p:spPr>
          <a:xfrm>
            <a:off x="142938" y="2714505"/>
            <a:ext cx="927517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latin typeface="+mn-ea"/>
              </a:rPr>
              <a:t>Product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E5B1C6-C552-3998-686C-7138ABC197C7}"/>
              </a:ext>
            </a:extLst>
          </p:cNvPr>
          <p:cNvSpPr/>
          <p:nvPr/>
        </p:nvSpPr>
        <p:spPr>
          <a:xfrm>
            <a:off x="228601" y="8206804"/>
            <a:ext cx="5200651" cy="881537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Footer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3D4FEC6-9406-1EBA-1DFA-B3C7FCB4E322}"/>
              </a:ext>
            </a:extLst>
          </p:cNvPr>
          <p:cNvSpPr/>
          <p:nvPr/>
        </p:nvSpPr>
        <p:spPr>
          <a:xfrm>
            <a:off x="124112" y="1424712"/>
            <a:ext cx="5420405" cy="996695"/>
          </a:xfrm>
          <a:prstGeom prst="rect">
            <a:avLst/>
          </a:prstGeom>
          <a:noFill/>
          <a:ln w="9525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기업소개 작성</a:t>
            </a:r>
            <a:endParaRPr lang="en-US" altLang="ko-KR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F34D5E-C7AD-1AEB-9B66-94651C8D0FBF}"/>
              </a:ext>
            </a:extLst>
          </p:cNvPr>
          <p:cNvSpPr>
            <a:spLocks noChangeAspect="1"/>
          </p:cNvSpPr>
          <p:nvPr/>
        </p:nvSpPr>
        <p:spPr>
          <a:xfrm>
            <a:off x="1996236" y="2995984"/>
            <a:ext cx="1638000" cy="163822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제품 사진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BD4636-D57D-2D16-35E4-481F7D9D69D7}"/>
              </a:ext>
            </a:extLst>
          </p:cNvPr>
          <p:cNvSpPr>
            <a:spLocks noChangeAspect="1"/>
          </p:cNvSpPr>
          <p:nvPr/>
        </p:nvSpPr>
        <p:spPr>
          <a:xfrm>
            <a:off x="3791250" y="2995984"/>
            <a:ext cx="1638000" cy="163822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제품 사진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6B7D1-9588-1B36-84F9-22631FDE3C4E}"/>
              </a:ext>
            </a:extLst>
          </p:cNvPr>
          <p:cNvSpPr txBox="1">
            <a:spLocks noChangeAspect="1"/>
          </p:cNvSpPr>
          <p:nvPr/>
        </p:nvSpPr>
        <p:spPr>
          <a:xfrm>
            <a:off x="3957016" y="160330"/>
            <a:ext cx="1587500" cy="307777"/>
          </a:xfrm>
          <a:prstGeom prst="rect">
            <a:avLst/>
          </a:prstGeom>
          <a:noFill/>
          <a:ln>
            <a:solidFill>
              <a:schemeClr val="tx1">
                <a:alpha val="9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로고 </a:t>
            </a:r>
            <a:r>
              <a:rPr lang="en-US" altLang="ko-KR" sz="1400" dirty="0">
                <a:latin typeface="+mn-ea"/>
              </a:rPr>
              <a:t>(250 X 80)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0" name="Object 53">
            <a:extLst>
              <a:ext uri="{FF2B5EF4-FFF2-40B4-BE49-F238E27FC236}">
                <a16:creationId xmlns:a16="http://schemas.microsoft.com/office/drawing/2014/main" id="{1E584392-5685-1702-1271-75BEC9725D6C}"/>
              </a:ext>
            </a:extLst>
          </p:cNvPr>
          <p:cNvSpPr txBox="1"/>
          <p:nvPr/>
        </p:nvSpPr>
        <p:spPr>
          <a:xfrm>
            <a:off x="211513" y="5255859"/>
            <a:ext cx="194916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1200" dirty="0">
                <a:latin typeface="+mn-ea"/>
              </a:rPr>
              <a:t>Product Specifications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E99D74-A163-EAA9-2390-1893B787BE4E}"/>
              </a:ext>
            </a:extLst>
          </p:cNvPr>
          <p:cNvCxnSpPr>
            <a:cxnSpLocks/>
          </p:cNvCxnSpPr>
          <p:nvPr/>
        </p:nvCxnSpPr>
        <p:spPr>
          <a:xfrm>
            <a:off x="228603" y="5106670"/>
            <a:ext cx="522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48B4BCB-876F-414C-045B-56F980ED7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17023"/>
              </p:ext>
            </p:extLst>
          </p:nvPr>
        </p:nvGraphicFramePr>
        <p:xfrm>
          <a:off x="228601" y="5584394"/>
          <a:ext cx="5200651" cy="2520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00651">
                  <a:extLst>
                    <a:ext uri="{9D8B030D-6E8A-4147-A177-3AD203B41FA5}">
                      <a16:colId xmlns:a16="http://schemas.microsoft.com/office/drawing/2014/main" val="374284463"/>
                    </a:ext>
                  </a:extLst>
                </a:gridCol>
              </a:tblGrid>
              <a:tr h="252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Product Specifications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988916"/>
                  </a:ext>
                </a:extLst>
              </a:tr>
            </a:tbl>
          </a:graphicData>
        </a:graphic>
      </p:graphicFrame>
      <p:sp>
        <p:nvSpPr>
          <p:cNvPr id="16" name="Object 53">
            <a:extLst>
              <a:ext uri="{FF2B5EF4-FFF2-40B4-BE49-F238E27FC236}">
                <a16:creationId xmlns:a16="http://schemas.microsoft.com/office/drawing/2014/main" id="{8A844506-88C3-D9DE-41AA-32802D8DA594}"/>
              </a:ext>
            </a:extLst>
          </p:cNvPr>
          <p:cNvSpPr txBox="1"/>
          <p:nvPr/>
        </p:nvSpPr>
        <p:spPr>
          <a:xfrm>
            <a:off x="598398" y="4659720"/>
            <a:ext cx="927517" cy="23083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Product1</a:t>
            </a:r>
            <a:endParaRPr lang="en-US" sz="900" dirty="0">
              <a:latin typeface="+mn-ea"/>
            </a:endParaRPr>
          </a:p>
        </p:txBody>
      </p:sp>
      <p:sp>
        <p:nvSpPr>
          <p:cNvPr id="17" name="Object 53">
            <a:extLst>
              <a:ext uri="{FF2B5EF4-FFF2-40B4-BE49-F238E27FC236}">
                <a16:creationId xmlns:a16="http://schemas.microsoft.com/office/drawing/2014/main" id="{02A4DE24-4638-7EA3-D874-C09FB4DB97D6}"/>
              </a:ext>
            </a:extLst>
          </p:cNvPr>
          <p:cNvSpPr txBox="1"/>
          <p:nvPr/>
        </p:nvSpPr>
        <p:spPr>
          <a:xfrm>
            <a:off x="2366032" y="4659720"/>
            <a:ext cx="927517" cy="23083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Product2</a:t>
            </a:r>
            <a:endParaRPr lang="en-US" sz="900" dirty="0">
              <a:latin typeface="+mn-ea"/>
            </a:endParaRPr>
          </a:p>
        </p:txBody>
      </p:sp>
      <p:sp>
        <p:nvSpPr>
          <p:cNvPr id="19" name="Object 53">
            <a:extLst>
              <a:ext uri="{FF2B5EF4-FFF2-40B4-BE49-F238E27FC236}">
                <a16:creationId xmlns:a16="http://schemas.microsoft.com/office/drawing/2014/main" id="{1A141F9A-2864-C864-B2C7-0EF5E8F417E3}"/>
              </a:ext>
            </a:extLst>
          </p:cNvPr>
          <p:cNvSpPr txBox="1"/>
          <p:nvPr/>
        </p:nvSpPr>
        <p:spPr>
          <a:xfrm>
            <a:off x="4161046" y="4659720"/>
            <a:ext cx="927517" cy="23083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Product3</a:t>
            </a: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5070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3761</TotalTime>
  <Words>31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 Bold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다슬 안</dc:creator>
  <cp:lastModifiedBy>소연 김</cp:lastModifiedBy>
  <cp:revision>33</cp:revision>
  <dcterms:created xsi:type="dcterms:W3CDTF">2023-12-08T01:08:24Z</dcterms:created>
  <dcterms:modified xsi:type="dcterms:W3CDTF">2023-12-14T04:15:38Z</dcterms:modified>
</cp:coreProperties>
</file>